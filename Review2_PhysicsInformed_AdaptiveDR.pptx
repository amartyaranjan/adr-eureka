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2011680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Physics-Informed Adaptive Domain Randomization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F28C28"/>
                </a:solidFill>
              </a:rPr>
              <a:t>Stage 2: 2-DOF Testbed + LEAP Hand — Environment Build, RAPP, Physics-Informed Observer</a:t>
            </a:r>
          </a:p>
          <a:p>
            <a:pPr>
              <a:spcBef>
                <a:spcPts val="2400"/>
              </a:spcBef>
            </a:pPr>
            <a:r>
              <a:rPr sz="1300">
                <a:solidFill>
                  <a:srgbClr val="EEF2F5"/>
                </a:solidFill>
              </a:rPr>
              <a:t>Final Year Project  |  Review 2  |  Team: [Name / Roll], [Name], [Name]  |  Guide: [Name]  |  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EEF2F5"/>
                </a:solidFill>
              </a:rPr>
              <a:t>All numbers in this deck are measured on this machine (NVIDIA L4, Isaac Lab 2.3.0) — none are carried over from the Stage-1 document without re-derivation.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Recap — Stage 1: Eureka vs Human Reward (as documented)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6858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</a:rPr>
              <a:t>• Benchmark documented in Stage-1 report: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2-DOF planar torque-controlled arm, Isaac Lab, PPO, 4096 parallel envs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Human reward:  R = -d + 5*I(d&lt;0.05) - 0.005||a||^2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Eureka reward:  R = exp(-10d) + 100*I(d&lt;0.05) - 0.01||qdot||^2 - 0.1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</a:rPr>
              <a:t>• Documented headline claim: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Eureka: fast coarse reaching, weak fine precision (2 cm / 1 cm)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Human reward: claimed to reach 98.4% @2cm, 79.7% @1cm after 5000 iters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</a:rPr>
              <a:t>• Central interpretation offered: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"Eureka changes the objective; PPO changes the policy" — the +100 success bonus dwarfs the residual shaping once inside 5 cm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</a:rPr>
              <a:t>• Status found at the start of THIS stage: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A1A1A"/>
                </a:solidFill>
              </a:rPr>
              <a:t>    - No corresponding code, checkpoints, or logs existed anywhere on this machine for those numbers.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234440"/>
            <a:ext cx="4206240" cy="3840480"/>
          </a:xfrm>
          <a:prstGeom prst="roundRect">
            <a:avLst/>
          </a:prstGeom>
          <a:solidFill>
            <a:srgbClr val="10161D"/>
          </a:solidFill>
          <a:ln w="12700">
            <a:solidFill>
              <a:srgbClr val="13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STAGE-1 DOCUMENTED RESULTS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(reproduced here for reference only)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              5cm     2cm     1cm   med.err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Human PPO   99.49%  98.36%  79.74%   6.3mm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Eureka@500  97.90%  19.02%   3.56%  34.6mm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Eureka@1500 95.30%  18.10%   5.30%  33.3mm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-&gt; This stage's job: BUILD the benchmark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   for real, verify it, and see what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   actually reproduces.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Stage 2 Scope — Two Parallel Tracks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1133856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926080"/>
                <a:gridCol w="3840480"/>
                <a:gridCol w="384048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Track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Platform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A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2-DOF planar arm (built from scratch)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reach a random goal marker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cheap, fast testbed for RAPP -&gt; PINN -&gt; adaptive DR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B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LEAP Hand (16-DOF)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Isaac-Reorient-Cube-Leap (upstream, unmodified)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real platform, published config, direct comparability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301752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</a:rPr>
              <a:t>• Roadmap followed for Track A (physics-informed adaptive DR document):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Freeze baseline -&gt; static per-env DR -&gt; RAPP -&gt; PINN + uncertainty -&gt; (adaptive DR: explicitly deferred)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</a:rPr>
              <a:t>• Roadmap's own checklist item 9: "Do not build the adaptive controller yet"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Respected literally — items 1-12 done, items 13+ (adaptive DR, A-G ablation matrix) intentionally not started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</a:rPr>
              <a:t>• Track B: stock upstream task + hyperparameters, no modification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So results stay comparable to the published LEAP Hand benchmark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What Was Built (Track A) — No 2-DOF Code Existed Before This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69494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</a:rPr>
              <a:t>• Environment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Isaac Lab DirectRLEnv: URDF -&gt; USD, torque control, 8-D obs, 2-D action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120 Hz physics / 30 Hz control, 10s episodes, 4096 parallel envs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</a:rPr>
              <a:t>• Domain randomization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Per-env xi = [m1,m2,f1,f2,b1,b2,a1,a2] — friction, damping, mass, actuator effectiveness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Sampled once per episode per env; read back from simulator to verify (not assumed)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</a:rPr>
              <a:t>• RAPP (Reward-Aware Physics Prior, DrEureka-style)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One-parameter-at-a-time feasibility sweep -&gt; measured C_RAPP envelope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</a:rPr>
              <a:t>• Physics-informed observer (PINN)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Closed-form 2-link dynamics + 5-member deep ensemble -&gt; infers xi from (q,qdot,tau,qddot)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</a:rPr>
              <a:t>• Evaluation harness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One frozen metric definition (precision curve, settling time, effort) used everywhere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234440"/>
            <a:ext cx="4206240" cy="5120640"/>
          </a:xfrm>
          <a:prstGeom prst="roundRect">
            <a:avLst/>
          </a:prstGeom>
          <a:solidFill>
            <a:srgbClr val="10161D"/>
          </a:solidFill>
          <a:ln w="12700">
            <a:solidFill>
              <a:srgbClr val="13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pi_adr/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source/pi_adr/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  tasks/two_dof_reach/   env + cfg + PPO yaml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  assets/                URDF, cached USD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  pinn/                  dynamics.py, model.py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  evaluation/             metrics.py, runner.py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scripts/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  validate_env.py         10/10 physics checks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  validate_dynamics.py    closed-form vs PhysX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  pd_baseline.py          IK+PD precision ceiling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  run_rapp.py             feasibility sweep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  collect_pinn_data.py    dynamics dataset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  train_pinn.py           observer + uncertainty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  eval.py / eval_leap.py  frozen metric suite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results/  EXPERIMENT_LOG.md  RESULTS_2026-09-16.md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Environment Validated Before Any Result Was Trusted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786384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5486400"/>
                <a:gridCol w="1920240"/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30 Hz control / 120 Hz physics / 300 steps per episode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PASS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Simulated end-effector position == analytic forward kinematics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PASS  (0.000 mm error)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Zero torque -&gt; no drift  (planar arm, g(q)=0)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PASS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a=+1 -&gt; ~20 Nm on joint 1, positive rotation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PASS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Joint velocity respects +/-5 rad/s under saturated torque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PASS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Targets sampled r~U(0.20,0.85), inside 1.0 m reach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PASS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G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8-D observation layout matches spec exactly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PASS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H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Vanilla &amp; Eureka reward code == report equations 7/8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PASS  (0.00 deviation)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Domain randomization reaches the simulator, differs per env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PASS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J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Actuator effectiveness enters the coupled dynamics correctly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PASS  (3.99% dev.)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95360" y="1234440"/>
            <a:ext cx="3108960" cy="548640"/>
          </a:xfrm>
          <a:prstGeom prst="round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10 / 10 CHECKS PASSED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920240"/>
            <a:ext cx="3108960" cy="2377440"/>
          </a:xfrm>
          <a:prstGeom prst="roundRect">
            <a:avLst/>
          </a:prstGeom>
          <a:solidFill>
            <a:srgbClr val="10161D"/>
          </a:solidFill>
          <a:ln w="12700">
            <a:solidFill>
              <a:srgbClr val="13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DYNAMICS CROSS-CHECK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(closed-form 2-link model vs PhysX)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Forward dynamics (qdd):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mean relative error   2.27%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Inverse dynamics (recovered torque):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mean abs error        0.036 Nm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(torques up to 20 Nm)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-&gt; physics residual used by the PINN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D8E1E8"/>
                </a:solidFill>
                <a:latin typeface="Consolas"/>
              </a:rPr>
              <a:t>   is measuring something real.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448056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</a:rPr>
              <a:t>• Both validators re-run after every environment change — this discipline is what caught 3 of the 5 defects on the next slide.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Five Defects Found and Fixed — Each Would Have Invalidated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10332719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749039"/>
                <a:gridCol w="4846320"/>
                <a:gridCol w="1280160"/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Defect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Effect measured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Terminal error recorded AFTER env auto-reset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Trained policy scored 0.39% @5cm instead of 93%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Fixed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ImplicitActuatorCfg damping=0 silently</a:t>
                      </a:r>
                    </a:p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overrode URDF's 0.05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Nominal physics != DR at scale 1.0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Fixed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A62A2A"/>
                          </a:solidFill>
                        </a:rPr>
                        <a:t>3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A62A2A"/>
                          </a:solidFill>
                        </a:rPr>
                        <a:t>Hard +/-pi joint limits create a</a:t>
                      </a:r>
                    </a:p>
                    <a:p>
                      <a:r>
                        <a:rPr sz="1100" b="1">
                          <a:solidFill>
                            <a:srgbClr val="A62A2A"/>
                          </a:solidFill>
                        </a:rPr>
                        <a:t>wrap-around trap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A62A2A"/>
                          </a:solidFill>
                        </a:rPr>
                        <a:t>Caps ANY controller at ~69% @5cm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A62A2A"/>
                          </a:solidFill>
                        </a:rPr>
                        <a:t>Fixed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PINN accel. labels differenced over a</a:t>
                      </a:r>
                    </a:p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control step, not a physics step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True-xi RMSE 78.8 rad/s^2 (worse than the model!)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Fixed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Mass randomization skipped the write</a:t>
                      </a:r>
                    </a:p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at scale=1.0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RAPP mass sweep: nominal scored 0.816</a:t>
                      </a:r>
                    </a:p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instead of 0.975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Fixed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4709160"/>
            <a:ext cx="11338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</a:rPr>
              <a:t>• Defect 3 is the important one for interpreting Stage 1: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A scripted IK+PD controller under +/-pi limits fails 31.4% of episodes, and 100% of those failures end stalled against a joint stop -&gt; the Stage-1 report's 99.49% is unreachable by ANY controller under such limits, so its joints were not actually bounded that way.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Key Finding — The Environment Permits 1 mm Precision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</a:rPr>
              <a:t>• Question: is the ~30 mm error floor a property of the robot, or of the reward?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</a:rPr>
              <a:t>• Method: scripted 2-link inverse kinematics + PD control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q* = IK(target),  tau = Kp(q*-q) - Kd*qdot,  through the SAME 20 Nm action interface as the learned policy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Measured with the identical frozen metric suite — not a separate protocol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3657600"/>
          <a:ext cx="685800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188720"/>
                <a:gridCol w="1188720"/>
                <a:gridCol w="1188720"/>
                <a:gridCol w="109728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Controller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&lt;5cm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&lt;1cm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&lt;1mm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median err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7A4B"/>
                          </a:solidFill>
                        </a:rPr>
                        <a:t>IK + PD (scripted)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7A4B"/>
                          </a:solidFill>
                        </a:rPr>
                        <a:t>100%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7A4B"/>
                          </a:solidFill>
                        </a:rPr>
                        <a:t>100%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7A4B"/>
                          </a:solidFill>
                        </a:rPr>
                        <a:t>100%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7A4B"/>
                          </a:solidFill>
                        </a:rPr>
                        <a:t>0.0 mm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Vanilla PPO @5000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93.0%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2.2%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0.02%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34.7 mm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Eureka PPO @1500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99.1%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7.9%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0.05%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30.1 mm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43800" y="1234440"/>
            <a:ext cx="4206240" cy="5120640"/>
          </a:xfrm>
          <a:prstGeom prst="roundRect">
            <a:avLst/>
          </a:prstGeom>
          <a:solidFill>
            <a:srgbClr val="10161D"/>
          </a:solidFill>
          <a:ln w="12700">
            <a:solidFill>
              <a:srgbClr val="13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CONCLUSION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An optimal controller reaches 100%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success at EVERY threshold down to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1 mm on this exact benchmark.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-&gt; The ~30mm floor of the learned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   policies is a REWARD / LEARNING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   result, not a robot/control-rate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   limitation.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This is what makes the reward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comparison on the next slide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scientifically meaningful.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Headline Results — Reproduced on the Corrected 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113385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31720"/>
                <a:gridCol w="2331720"/>
                <a:gridCol w="2331720"/>
                <a:gridCol w="2331720"/>
              </a:tblGrid>
              <a:tr h="329183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Stage-1 report</a:t>
                      </a:r>
                    </a:p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(Eureka@500)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Ours</a:t>
                      </a:r>
                    </a:p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(Eureka@500)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Stage-1 report</a:t>
                      </a:r>
                    </a:p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(Eureka@1500)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Ours</a:t>
                      </a:r>
                    </a:p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(Eureka@1500)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&lt;5 cm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97.90%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96.97%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95.3%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99.05%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&lt;2 cm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19.02%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25.56%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18.1%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26.37%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&lt;1 cm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3.56%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3.59%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5.3%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7.91%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mean err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33.5 mm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46.4 mm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45.5 mm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38.6 mm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301752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</a:rPr>
              <a:t>• The Eureka rows reproduce closely — coarse-success / fine-precision collapse confirmed.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</a:rPr>
              <a:t>• The vanilla (human-reward) row does NOT reproduce: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3840480"/>
          <a:ext cx="640080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1828800"/>
              </a:tblGrid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Stage-1 report (vanilla)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Ours (vanilla @5000)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A62A2A"/>
                          </a:solidFill>
                        </a:rPr>
                        <a:t>&lt;2 cm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A62A2A"/>
                          </a:solidFill>
                        </a:rPr>
                        <a:t>98.36%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A62A2A"/>
                          </a:solidFill>
                        </a:rPr>
                        <a:t>13.28%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A62A2A"/>
                          </a:solidFill>
                        </a:rPr>
                        <a:t>&lt;1 cm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A62A2A"/>
                          </a:solidFill>
                        </a:rPr>
                        <a:t>79.74%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A62A2A"/>
                          </a:solidFill>
                        </a:rPr>
                        <a:t>2.22%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040880" y="3840480"/>
            <a:ext cx="4709160" cy="2743200"/>
          </a:xfrm>
          <a:prstGeom prst="roundRect">
            <a:avLst/>
          </a:prstGeom>
          <a:solidFill>
            <a:srgbClr val="10161D"/>
          </a:solidFill>
          <a:ln w="12700">
            <a:solidFill>
              <a:srgbClr val="13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TWO MEASURED CAUSES (not speculation)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1. Precision incentive is weak: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   3cm-&gt;0.5cm gain ~0.6% of episode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   return under the vanilla reward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2. Action sigma collapses: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   1.0 -&gt; ~0.024 during training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   (report states 0.10-0.11 late-train)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   -&gt; exploration dies before fine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      refinement is found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RESULT: on THIS build, Eureka beats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vanilla at every threshold.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Domain-Randomization Robustness — A Secondary Finding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11338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94560"/>
                <a:gridCol w="1463040"/>
                <a:gridCol w="1463040"/>
                <a:gridCol w="1463040"/>
                <a:gridCol w="1554480"/>
                <a:gridCol w="155448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Policy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Physics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&lt;5cm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&lt;2cm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&lt;1cm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mean err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mean qdot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Eureka@1500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nominal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99.05%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26.37%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7.91%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38.6 mm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2.52 rad/s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Eureka@1500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in-distribution DR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97.88%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34.89%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9.30%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45.9 mm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1.28 rad/s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7A4B"/>
                          </a:solidFill>
                        </a:rPr>
                        <a:t>Eureka@1500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7A4B"/>
                          </a:solidFill>
                        </a:rPr>
                        <a:t>shifted (unseen) DR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7A4B"/>
                          </a:solidFill>
                        </a:rPr>
                        <a:t>91.14%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7A4B"/>
                          </a:solidFill>
                        </a:rPr>
                        <a:t>42.36%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7A4B"/>
                          </a:solidFill>
                        </a:rPr>
                        <a:t>11.47%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7A4B"/>
                          </a:solidFill>
                        </a:rPr>
                        <a:t>107.0 mm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7A4B"/>
                          </a:solidFill>
                        </a:rPr>
                        <a:t>0.95 rad/s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2971800"/>
            <a:ext cx="11338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</a:rPr>
              <a:t>• Harder physics DEGRADES coarse success (99% -&gt; 91% @5cm) but IMPROVES fine precision (26% -&gt; 42% @2cm).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</a:rPr>
              <a:t>• Mechanism: friction/damping/weaker actuators force the slowness the reward never explicitly asked for — mean joint velocity falls 2.52 -&gt; 0.95 rad/s.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</a:rPr>
              <a:t>• This independently supports the Stage-1 thesis: the precision gap is an objective-design problem, not a capability problem — a slower policy (forced by physics, not reward) is a more precise one.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</a:rPr>
              <a:t>• Caution for future DR work: some apparent "robustness gain" under DR may just be physics doing the regularization the reward omits.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RAPP — Reward-Aware Physics Prior (DrEureka protocol)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338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One-parameter-at-a-time feasibility sweep on the nominal Eureka policy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S(pi,xi) = P(d&lt;5cm | pi,xi), feasible when S &gt;= alpha = 0.9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Measured C_RAPP envelope (all others held nominal while sweeping one):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2514600"/>
          <a:ext cx="758952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3200400"/>
              </a:tblGrid>
              <a:tr h="3291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Feasible range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friction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[0.0, 4.0] N.m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fails above 4 (S drops to 0.84 at 8)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damping scale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[0.25, 256] x nominal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very wide — nearly flat performance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actuator effectiveness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[0.3, 1.0]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fails below 0.3 — weak motors cannot compensate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8C28"/>
                          </a:solidFill>
                        </a:rPr>
                        <a:t>mass scale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8C28"/>
                          </a:solidFill>
                        </a:rPr>
                        <a:t>[1.0, 4.0] x nominal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8C28"/>
                          </a:solidFill>
                        </a:rPr>
                        <a:t>ASYMMETRIC: fails with LIGHTER links, tolerates heavier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2514600"/>
            <a:ext cx="3474720" cy="3840480"/>
          </a:xfrm>
          <a:prstGeom prst="roundRect">
            <a:avLst/>
          </a:prstGeom>
          <a:solidFill>
            <a:srgbClr val="10161D"/>
          </a:solidFill>
          <a:ln w="12700">
            <a:solidFill>
              <a:srgbClr val="13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WHY MASS IS ASYMMETRIC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Lighter links -&gt; more acceleration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per unit torque -&gt; a policy tuned to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nominal inertia OVERSHOOTS.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Direct link to the precision finding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on the previous slide: the same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mechanism (torque/inertia mismatch)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explains both results.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IMPORTANT for future adaptive DR: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envelope is very wide &amp; mostly FLAT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for 3 of 4 parameters -&gt; may already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cover the region where adaptive DR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8E1E8"/>
                </a:solidFill>
                <a:latin typeface="Consolas"/>
              </a:rPr>
              <a:t>has little left to exploit.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Physics-Informed Observer (PINN) —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43000"/>
            <a:ext cx="6949440" cy="5212080"/>
          </a:xfrm>
          <a:prstGeom prst="roundRect">
            <a:avLst/>
          </a:prstGeom>
          <a:solidFill>
            <a:srgbClr val="10161D"/>
          </a:solidFill>
          <a:ln w="12700">
            <a:solidFill>
              <a:srgbClr val="13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CLOSED-FORM 2-LINK DYNAMICS (verified vs PhysX)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  M(q;xi) qdd + C(q,qdot;xi) + F(qdot;xi) = alpha (.) tau_cmd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  g(q) = 0            (planar, proven not assumed)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  alpha on the RHS     (keeps actuator effectiveness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                        identifiable from commanded torque)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  xi = [m1,m2, f1,f2, b1,b2, a1,a2]   in R^8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OBSERVER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  input : window of 64 transitions (q,qdot,tau,qddot)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  model : set-encoder (per-transition MLP + mean/max pool)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          -- NOT a sequence model: EOM is instantaneous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  output: xi_hat (bounded, hard constraint) + log(var)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  ensemble: 5 independently-initialized members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          -&gt; U_PINN = epistemic + aleatoric variance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1143000"/>
            <a:ext cx="4206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</a:rPr>
              <a:t>• Loss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L = L_data (accel. MSE) + 0.01*L_phys (EOM residual) + L_sup (NLL vs ground-truth xi)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</a:rPr>
              <a:t>• Dataset discipline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Interpolation / extrapolation splits use NON-OVERLAPPING physics ranges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• Velocity-saturated transitions masked out (limit engages ~4 rad/s, not 5)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</a:rPr>
              <a:t>• Critical fix made here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A1A1A"/>
                </a:solidFill>
              </a:rPr>
              <a:t>    - Accel. labels were originally differenced over a 4-substep control
step -&gt; even the TRUE xi gave 78.8 rad/s^2 residual (worse than
the trained model). Fixed by differencing over one physics step
(1/120s) -&gt; true-xi residual drops to 6.7 rad/s^2.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PINN Results — Validated by Physics Configuration, Not Time Samples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1133856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468880"/>
                <a:gridCol w="2468880"/>
                <a:gridCol w="2377440"/>
              </a:tblGrid>
              <a:tr h="329184">
                <a:tc>
                  <a:txBody>
                    <a:bodyPr/>
                    <a:lstStyle/>
                    <a:p/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accel. RMSE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param. error (norm)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uncertainty&lt;-&gt;error rank corr.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Interpolation</a:t>
                      </a:r>
                    </a:p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(held-out physics, same ranges)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2.79 rad/s^2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0.065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+0.11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Extrapolation</a:t>
                      </a:r>
                    </a:p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(ranges outside training)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12.28 rad/s^2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0.209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+0.10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2606040"/>
            <a:ext cx="4572000" cy="457200"/>
          </a:xfrm>
          <a:prstGeom prst="roundRect">
            <a:avLst/>
          </a:prstGeom>
          <a:solidFill>
            <a:srgbClr val="A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NEGATIVE RESULT — flagged, not hidden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246120"/>
            <a:ext cx="11338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Ensemble uncertainty is only weakly related to its actual error (rank corr. ~+0.11, both splits).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The roadmap's adaptive-DR score gives uncertainty (U_PINN) its own weighted term — on this evidence, that term would be close to noise.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Before adaptive DR depends on it: either calibrate the uncertainty (current estimate uses only the DIAGONAL of the ensemble covariance — m and alpha are not independently identifiable from a single torque regime) or set its weight to zero.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Extrapolation degrading 3x (0.065 -&gt; 0.209) is the expected, honest result — supports keeping any future adaptive DR inside C_RAPP.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Track B — LEAP Hand (Real Platform, Stock Configuration)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6858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</a:rPr>
              <a:t>• Task: Isaac-Reorient-Cube-Leap (github.com/leap-hand/LEAP_Hand_Isaac_Lab)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Config and hyperparameters UNMODIFIED (GRU-256, horizon 32, minibatch 32768, lr 5e-4 adaptive)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</a:rPr>
              <a:t>• Two upstream/Isaac-Lab-2.3 incompatibilities found &amp; patched: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train.py imported dump_pickle, removed from isaaclab.utils.io in 2.3 -&gt; used our own wrapper train script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EventCfg missing 'operation' arg now required by randomize_actuator_gains -&gt; one-line fix (set 'abs' = the 2.1 default it was written against)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</a:rPr>
              <a:t>• Training: 500 PPO iterations, 4096 envs, seed 42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Return: 33.09 (5-iter smoke test) -&gt; 84,254.54 (500 iters)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234440"/>
            <a:ext cx="4206240" cy="4206240"/>
          </a:xfrm>
          <a:prstGeom prst="roundRect">
            <a:avLst/>
          </a:prstGeom>
          <a:solidFill>
            <a:srgbClr val="10161D"/>
          </a:solidFill>
          <a:ln w="12700">
            <a:solidFill>
              <a:srgbClr val="13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RESULT (rung-1 reproduction baseline)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  rotations / 20s / hand :  7.52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  mean joint velocity    :  1.86 rad/s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  mean control effort    :  0.70 / joint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  (DrEureka's own reported metric for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   this exact task — after only 500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   iterations; DrEureka trains longer)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STATUS: baseline established.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No adaptive DR / PINN applied to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this track yet — Track A validates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8E1E8"/>
                </a:solidFill>
                <a:latin typeface="Consolas"/>
              </a:rPr>
              <a:t>the method first (cheaper iteration).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Status Against the Roadmap's Immediate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868680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760720"/>
                <a:gridCol w="228600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Freeze the 2-DOF environment and PPO baseline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DONE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physics_params of shape [num_envs, N]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DONE (8-D xi per env)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3-4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Friction randomization; verify all envs differ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DONE, read back from sim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Fixed-policy sweep, terminal error vs friction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DONE (physics-performance map)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Actuator effectiveness randomization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DONE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7-8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Reproduce RAPP; store bounds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DONE (measured envelope)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8C28"/>
                          </a:solidFill>
                        </a:rPr>
                        <a:t>9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8C28"/>
                          </a:solidFill>
                        </a:rPr>
                        <a:t>Do NOT build the adaptive controller yet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8C28"/>
                          </a:solidFill>
                        </a:rPr>
                        <a:t>RESPECTED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10-11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Standalone PINN; validate on unseen physics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DONE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12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Add ensemble uncertainty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DONE (+ shown to be weak)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A626B"/>
                          </a:solidFill>
                        </a:rPr>
                        <a:t>13+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A626B"/>
                          </a:solidFill>
                        </a:rPr>
                        <a:t>Adaptive DR outer loop, A-G ablation matrix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A626B"/>
                          </a:solidFill>
                        </a:rPr>
                        <a:t>NOT STARTED (by design)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418320" y="1280160"/>
            <a:ext cx="2286000" cy="1280160"/>
          </a:xfrm>
          <a:prstGeom prst="round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12 / 12
planned items
complete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A-G Matrix, n=5 seeds, Nominal Physics (mean ± std)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88720"/>
          <a:ext cx="11338559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1645920"/>
                <a:gridCol w="1645920"/>
                <a:gridCol w="1508760"/>
                <a:gridCol w="1508760"/>
              </a:tblGrid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Rung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Setup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Mean err (mm)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Worst 10% (mm)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5cm %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2cm %</a:t>
                      </a:r>
                    </a:p>
                  </a:txBody>
                  <a:tcPr anchor="ctr" marL="76200" marR="50800" marT="25400" marB="25400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A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human, no DR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37.8 ± 4.0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149 ± 32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98.5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29.0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B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Eureka, no DR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37.7 ± 9.4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139 ± 74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99.0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26.9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C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human + static DR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36.4 ± 7.2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136 ± 69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96.3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29.3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D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Eureka + RAPP static DR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37.8 ± 8.1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147 ± 70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97.5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26.8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E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adaptive DR, no RAPP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39.4 ± 5.5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109 ± 39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80.4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20.9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F4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RAPP + adaptive DR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44.7 ± 14.6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202 ± 145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94.1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23.1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G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F4 + PINN-scaled steps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34.1 ± 3.9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82 ± 33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94.1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19.1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G placebo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shuffled multipliers (n=5)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33.7 ± 4.0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87 ± 45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94.4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22.2</a:t>
                      </a:r>
                    </a:p>
                  </a:txBody>
                  <a:tcPr anchor="ctr" marL="76200" marR="50800" marT="25400" marB="25400"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5120640"/>
            <a:ext cx="11338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Exact permutation tests: A/B/C indistinguishable (p&gt;=0.18); F4 does not beat D; G vs F4 not significant (p 0.12-0.29)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Placebo matches G on nominal and DRtrain (p&gt;=0.74); the DRshift signal (p=0.024 at n=5) did not replicate at n=10 (p=0.281)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• Source: pi_adr/results/MATRIX_A_to_G.md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Summary of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A1A1A"/>
                </a:solidFill>
              </a:rPr>
              <a:t>• Confirmed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</a:rPr>
              <a:t>• Eureka's coarse-success / fine-precision collapse reproduces on an independently rebuilt benchmark; the environment itself permits 1mm (IK+PD 100%)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A1A1A"/>
                </a:solidFill>
              </a:rPr>
              <a:t>• Corrected after multi-seed testing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</a:rPr>
              <a:t>• Eureka does not beat the human reward at matched budget; vanilla's precision gap was largely PPO entropy collapse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</a:rPr>
              <a:t>• Single-seed wins for adaptive DR (F4, E) did not survive n=5; E loses nominal 5cm success (80% vs 97.5%, p=0.008)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</a:rPr>
              <a:t>• Static DR lowers 2cm success under DR evals vs no DR (21% vs 41%, p=0.016)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A1A1A"/>
                </a:solidFill>
              </a:rPr>
              <a:t>• PINN contribution: not demonstrated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</a:rPr>
              <a:t>• G has the lowest mean/tail error and spread, but is not significant vs F4 and the n=5 shuffled-multiplier placebo matches it on nominal/DRtrain (DRshift p=0.024 at n=5 did not replicate at n=10: p=0.281)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</a:rPr>
              <a:t>• Observer uncertainty is weakly informative and unreliable outside its training range (extrapolation rank corr -0.16)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A1A1A"/>
                </a:solidFill>
              </a:rPr>
              <a:t>• Process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</a:rPr>
              <a:t>• Five silent-failure defects found and fixed; overclaims retracted openly in the log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B"/>
                </a:solidFill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A1A1A"/>
                </a:solidFill>
              </a:rPr>
              <a:t>• Immediate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</a:rPr>
              <a:t>• Retest done (n=10): no G benefit. Move to LEAP Hand (Track B)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</a:rPr>
              <a:t>• LEAP Hand: no-ADR baseline, native ADR, RAPP-initialised ADR (Track B)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A1A1A"/>
                </a:solidFill>
              </a:rPr>
              <a:t>• If pursuing the PINN idea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</a:rPr>
              <a:t>• Observer reliable outside its training envelope; uncertainty weighting that is not dominated by one dimension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</a:rPr>
              <a:t>• Longer training budgets than 800 iterations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A1A1A"/>
                </a:solidFill>
              </a:rPr>
              <a:t>• Longer-term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</a:rPr>
              <a:t>• Sim-to-real hardware stage after robust simulation policies are established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