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2011680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Physics-Informed Adaptive Reward Generation
for Sim-to-Real Dexterous Hand Control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F28C28"/>
                </a:solidFill>
              </a:rPr>
              <a:t>Eureka  •  Adaptive Domain Randomization  •  PINN Failure Diagnosis  •  PPO on NVIDIA Isaac Lab</a:t>
            </a:r>
          </a:p>
          <a:p>
            <a:pPr>
              <a:spcBef>
                <a:spcPts val="2400"/>
              </a:spcBef>
            </a:pPr>
            <a:r>
              <a:rPr sz="1300">
                <a:solidFill>
                  <a:srgbClr val="EEF2F5"/>
                </a:solidFill>
              </a:rPr>
              <a:t>Final Year Project  |  Review 1  |  Team: [Name / Roll], [Name], [Name]  |  Guide: [Name]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Abstract &amp; Problem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Reward engineering is the bottleneck in RL for dexterous manipulation.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</a:rPr>
              <a:t>    - Eureka (ICLR'24) automates it: an LLM writes reward code from environment source, refined by evolutionary search + per-component reward reflection.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</a:rPr>
              <a:t>    - DrEureka (RSS'24) adds LLM-generated domain randomization for zero-shot sim-to-real.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Gap 1 - Reflection reports WHAT, never WHY.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</a:rPr>
              <a:t>    - An inverted-sign reward bug and a contact-model mismatch produce near-identical feedback. The LLM has one tool - rewrite the reward - which is wrong for the second case, and the harm stays invisible until deployment.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Gap 2 - Static DR is calibrated against a policy that no longer exists.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</a:rPr>
              <a:t>    - DrEureka fixes ranges from an initial policy; range feasibility is a property of the CURRENT policy.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Gap 3 - No channel through which 'the simulator is wrong' can be expressed.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234440"/>
            <a:ext cx="4206240" cy="402336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PLATFORMS (both, cross-morphology)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----------------------------------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Sim   : NVIDIA Isaac Lab 2.3.0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     (Isaac Sim 5.1.0, Python 3.11)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RL    : PPO via rl_games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     - matches Eureka/DrEureka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       for ablation validity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Task A: Isaac-Repose-Cube-Shadow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     Shadow Hand, 24 joints / 20 act.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Task B: Isaac-Reorient-Cube-Leap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     LEAP Hand, 16 DoF, + real robot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LLM   : Gemini 3.5 Flash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Objectives &amp; 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6766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O1 - Reproduce the Eureka/DrEureka baseline unmodified (rung 1).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</a:rPr>
              <a:t>    - Inherited deliberately: reward loop, reflection, fitness metric, PPO. Unmodified inheritance is what makes the ablation interpretable.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O2 - Adaptive domain randomization (Contribution 1).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</a:rPr>
              <a:t>    - Re-evaluate DR ranges every N iterations from policy performance, closing DrEureka's one-shot loop.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O3 - PINN physics-residual failure diagnosis + routing (Contribution 2).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</a:rPr>
              <a:t>    - Separate 'fix the reward' from 'fix the physics assumptions'; enforce the separation in code.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O4 - Ground-truth validation of the diagnosis (Contribution 3).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</a:rPr>
              <a:t>    - Injection calibration + placebo arms. No prior work validates an attribution signal this way.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1234440"/>
          <a:ext cx="43891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How it is judged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Rung-1 fidelity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Matches published Eureka behaviour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Adaptive DR gain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Transfer vs static DR, held-out config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Diagnosis validity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AUC vs injected ground truth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Signal is load-bearing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Real vs shuffled vs no signal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Real transfer (LEAP)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Zero-shot on physical hand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Scope &amp; Feasibility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67665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65176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 scope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OUT of scope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Simulator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Isaac Lab 2.3.0 / Isaac Sim 5.1.0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Isaac Gym (deprecated, archived Apr 2026)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Robots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Shadow Hand (sim), LEAP Hand (sim+real)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Arms, quadrupeds, locomotion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Observations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Proprioceptive state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Vision (no RT cores on datacenter GPUs)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RL algorithm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PPO (rl_games)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SAC/HER - would break baseline parity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PINN role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Failure diagnosis via physics residual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Contact-solver modification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LLM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Gemini 3.5 Flash (API)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Fine-tuning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06640" y="1234440"/>
            <a:ext cx="4389120" cy="301752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COMPUTE - MEASURED, NOT ESTIMATED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---------------------------------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GPU        : 1x NVIDIA L4, 23 GB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Driver     : 595.71.05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Throughput : 1.70 s / epoch @ 8192 envs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          (~77k FPS steady state)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Startup    : ~53 s per process launch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Concurrency: 2 workers MAX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          (3 exhausts system RAM)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Budget     : ~376 GPU-hours for the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          full 2-platform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44348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All upstream code open-source; Phase 0 already installed, patched and validated end-to-end (see Progress slide).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System Architecture - Two Loops, One Router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143000"/>
            <a:ext cx="5669280" cy="603504"/>
          </a:xfrm>
          <a:prstGeom prst="roundRect">
            <a:avLst/>
          </a:prstGeom>
          <a:solidFill>
            <a:srgbClr val="5A6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Task spec + safety instruction + environment source code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43600" y="1783080"/>
            <a:ext cx="320040" cy="219456"/>
          </a:xfrm>
          <a:prstGeom prst="downArrow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2048256"/>
            <a:ext cx="5669280" cy="603504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LLM (Gemini): generate K candidate reward functions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2688336"/>
            <a:ext cx="320040" cy="219456"/>
          </a:xfrm>
          <a:prstGeom prst="downArrow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2953512"/>
            <a:ext cx="5669280" cy="603504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Parallel PPO training  -  Isaac Lab (Shadow Hand / LEAP Hand)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0" y="3593592"/>
            <a:ext cx="320040" cy="219456"/>
          </a:xfrm>
          <a:prstGeom prst="downArrow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03120" y="3858768"/>
            <a:ext cx="2834640" cy="658368"/>
          </a:xfrm>
          <a:prstGeom prst="roundRect">
            <a:avLst/>
          </a:prstGeom>
          <a:solidFill>
            <a:srgbClr val="13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PINN physics residual
(contact-phase gated)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858768"/>
            <a:ext cx="2834640" cy="658368"/>
          </a:xfrm>
          <a:prstGeom prst="roundRect">
            <a:avLst/>
          </a:prstGeom>
          <a:solidFill>
            <a:srgbClr val="13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Reward reflection
+ task fitness F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4626864"/>
            <a:ext cx="320040" cy="219456"/>
          </a:xfrm>
          <a:prstGeom prst="downArrow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4892040"/>
            <a:ext cx="6766560" cy="603504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DIAGNOSIS ROUTER  -  classify: reward-logic error  vs  physics mismatch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5806440"/>
            <a:ext cx="4206240" cy="5486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reward-logic  -&gt;  edit reward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5806440"/>
            <a:ext cx="4206240" cy="548640"/>
          </a:xfrm>
          <a:prstGeom prst="roundRect">
            <a:avLst/>
          </a:prstGeom>
          <a:solidFill>
            <a:srgbClr val="13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physics  -&gt;  update DR ranges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3108960" y="5532120"/>
            <a:ext cx="292608" cy="219456"/>
          </a:xfrm>
          <a:prstGeom prst="leftArrow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778240" y="5532120"/>
            <a:ext cx="292608" cy="219456"/>
          </a:xfrm>
          <a:prstGeom prst="rightArrow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190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26B"/>
                </a:solidFill>
              </a:rPr>
              <a:t>Enforced in code, not requested in a prompt: each diagnosis can trigger only its own pathway.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Algorithm 1 - Eureka Reward Synthesis  (inherited unmodified)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6949440" cy="393192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Input: task description T, env source E, LLM M, iterations G, population 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1:  R_0 &lt;- M.generate(T, E, K)              # K reward programs, zero-shot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2:  for g in 0..G-1: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3:      for r in R_g: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4:          pi_r  &lt;- PPO_train(E, r)         # Isaac Lab, parallel envs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5:          s(r)  &lt;- F(pi_r)                 # task fitness - NEVER the LLM reward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6:          ref(r)&lt;- per_component_stats(r)  # reward reflection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7:      R_{g+1} &lt;- M.mutate(T, best(R_g), ref)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8:  return argmax_r s(r)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KEY DESIGN POINT (Eureka's actual insight):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reward MUST return a dict of NAMED components, not a scalar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-&gt; turns an opaque score into a diagnosable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1430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Inherited without modification: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Evolutionary search structure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Reward reflection channel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Task fitness F, unchanged from benchmark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PPO + hyperparameters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Why not modify it?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Every change to the baseline weakens the ablation. Rung 1 must be a faithful reproduction or nothing above it is interpretable.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Algorithm 2 - Adaptive Domain Randomization  (Contribution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7132320" cy="384048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DrEureka (baseline)          |  OURS (adaptive)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-----------------------------|---------------------------------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RAPP sweep on pi_initial     |  RAPP sweep -&gt; initial ranges phi_0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LLM picks ranges within it   |  LLM picks ranges within it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ranges FIXED for training    |  every N iterations: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                         |    perf &lt;- fitness + reflection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                         |    if robust : widen  phi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                         |    if failing: narrow phi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                         |    (LLM-selected, within feasibility)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Why it matters: range feasibility is a property of the CURRENT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policy. A late robust policy tolerates far wider randomization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than the initial one RAPP was calibrated against.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4300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</a:rPr>
              <a:t>• Implementation basis: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LEAP_Hand_Isaac_Lab already ships a working ADR module (LeapHandADR) that widens EventTerm ranges on a fixed schedule.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That is the mechanism. Our contribution is LLM-driven range SELECTION at each decision point - closing the loop ADR leaves open and DrEureka leaves one-shot.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</a:rPr>
              <a:t>• Honest caveat: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DrEureka tested intra-training adaptation and found it unnecessary for locomotion. We hypothesise it matters where feasible ranges are narrow and contact dominates - and must demonstrate it, not assume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PINN - Physics-Residual Failure Diagnosis  (Contribution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7132320" cy="320040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Equations of motion (Lagrangian form):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R_phys = M(q)*q_ddot + C(q,q_dot)*q_dot + G(q) + F_contact - tau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For ideal rigid-body dynamics, R_phys = 0. The residual therefore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measures how far observed SIMULATED behaviour departs from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consistent physics - i.e. how much is simulator artifact.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Loss (SOPDNA composite shape):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L_total = lam_d * L_data + lam_p * L_phys + lam_c * L_ctrl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lam_* have NO literature default - both source papers leave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them untuned. Ours are explicit tunable config, not constants.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4300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</a:rPr>
              <a:t>• Why learned, not an analytic check: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Evaluable at arbitrary / counterfactual states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Continuous differentiable signal -&gt; can be gated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Latent parameter discovery: identifies WHICH physical parameter is mismatched -&gt; exactly what the DR controller needs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</a:rPr>
              <a:t>• THE HARD PART - contact: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Prior work (PI-DDPG, SOPDNA) handles only smooth dynamics. In-hand manipulation is discontinuous multi-point contact.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Mitigation: contact-phase gating; contact-free and contact-phase residuals reported SEPARATELY, never aggregated.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The Routing Rule - Why Separation Is Necessary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394960" cy="457200"/>
          </a:xfrm>
          <a:prstGeom prst="round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FAILURE MODE:  reward shunting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830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Give the LLM a physics signal with no constraint, and it does the natural thing: fixes the symptom in reward space - a penalty steering the policy away from the badly-modelled region.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</a:rPr>
              <a:t>• Result: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Fitness improves. Ablation reports 'PINN helped'.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But the physics error was never addressed - it was ABSORBED into the reward.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That reward encodes avoidance of a simulator artifact the real robot does not have.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</a:rPr>
              <a:t>• So the naive integration looks like success, hides the cause, and DAMAGES the sim-to-real transfer the project exists to improve.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94960" cy="457200"/>
          </a:xfrm>
          <a:prstGeom prst="round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THE RULE:  diagnose, then route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828800"/>
          <a:ext cx="53949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Diagnosis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Permitted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Forbidden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reward-logic error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Edit reward code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Touching DR ranges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physics mismatch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Update DR ranges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Editing reward code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320040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</a:rPr>
              <a:t>• Three things at once: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Makes the PINN's contribution MEASURABLE - otherwise 'physics helped' cannot be separated from 'extra text helped'.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Prevents the transfer-harming failure above.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Forces the signal to be load-bearing - a physics diagnosis is the ONLY thing that can move DR ranges.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A dual diagnosis is rejected by design, keeping the routing audit interpretable as a confusion matrix.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Validating the Diagnosis  (Contribution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6949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</a:rPr>
              <a:t>• The claim 'high residual =&gt; physics failure' is an INFERENCE, not a fact.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A bad reward can drive the policy into contact-rich, poorly-modelled states, producing a high residual from a pure reward bug. Without a test, the router routes on a confounded signal.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</a:rPr>
              <a:t>• 1. Injection calibration - a hard gate before any rung-3 claim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Seed KNOWN reward bugs (sign flip, wrong scale, missing term) vs KNOWN dynamics shifts (mass x1.5, friction x0.3, added damping); measure discrimination AUC.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Taxonomy drawn from failures ACTUALLY OBSERVED in rung 1 - not invented, or it measures detection of bugs no real LLM produces.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</a:rPr>
              <a:t>• 2. Placebo arms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Real signal vs SHUFFLED signal vs no signal, identical budgets. If real ~= shuffled, the contribution is unsupported however good the AUC.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</a:rPr>
              <a:t>• 3. Routing audit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Diagnosis -&gt; edit-type logged every iteration; confusion matrix for the whole loop against injected ground truth.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89520" y="1234440"/>
          <a:ext cx="420624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AUC outcome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contact-free strong,</a:t>
                      </a:r>
                    </a:p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contact-phase weak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EXPECTED. Proceed with</a:t>
                      </a:r>
                    </a:p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contact-gated routing.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contact-free ALSO weak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STOP. Do not build the</a:t>
                      </a:r>
                    </a:p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full router. Fall back,</a:t>
                      </a:r>
                    </a:p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recalibrate, or report a</a:t>
                      </a:r>
                    </a:p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negative result.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4114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</a:rPr>
              <a:t>• Encoded as executable logic, not a judgement call made under deadline pressure.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Data &amp;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There is NO fixed offline dataset. All training data is generated ONLINE by GPU-parallel simulation.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This is inherent to the method: Eureka-style reward search requires fresh rollouts under each candidate reward, so a pre-collected corpus cannot serve 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2286000"/>
          <a:ext cx="113385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760720"/>
                <a:gridCol w="356616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Corpus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Benchmark environments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Isaac Lab: Isaac-Repose-Cube-Shadow-Direct-v0; LEAP_Hand_Isaac_Lab: Isaac-Reorient-Cube-Leap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The two evaluation platforms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Rollout telemetry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Generated per step: joint pos/vel/torque, tracking error, contact events, active DR values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Reward reflection + summarizer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PINN corpus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Privileged sim transitions: hand state + object 6-DoF pose/twist + DR params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Self-supervised - physics residual IS the label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Injection corpus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Runs with deliberately seeded reward bugs vs seeded dynamics shifts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GROUND TRUTH for the AUC gate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Real-world eval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Physical LEAP Hand rollouts, zero-shot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Sim-to-real evidence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12064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Lineage note: the Shadow Hand task descends from Eureka's Bi-DexHands suite; the LEAP task from DrEureka. Object sets such as YCB are relevant only if the work is later extended beyond single-object cube reorientation.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Progress to Date - Phase 0 Complete &amp; Validated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69494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005840"/>
                <a:gridCol w="256032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Isaac Lab 2.3.0 + Isaac Sim 5.1.0 installed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Python 3.11, torch 2.7.0+cu128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Headless GPU compatibility retired as a risk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PPO run, exit 0, checkpoint saved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Shadow Hand task validated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20 epochs @ 8192 envs, 87 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Gemini integration (replacing OpenAI)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Provider layer + model resolver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Both hand tasks registered in Eureka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Shadow + LEAP in TASKS_CFG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FULL EUREKA LOOP END-TO-END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 cand. x 2 iters, exit 0, 761 s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Concurrency ceiling measured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 workers max (3 exhausts RAM)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234440"/>
            <a:ext cx="4206240" cy="411480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TWO SILENT-FAILURE BUGS FOUND &amp; FIXED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-------------------------------------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1. Gemini rejects n&gt;1 with HTTP 400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"Multiple candidates is not enabled"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-&gt; would CRASH on the first LLM call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-&gt; fix: detect + fan out to N calls,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  result cached per process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2. Kit structured-log race with parallel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workers: RingBuffer corruption killed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one worker SILENTLY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-&gt; 0 errors single-process, 4 with 2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-&gt; fix: stagger worker startup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Both would have degraded the search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without raising any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206240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Gemini-authored reward code already includes quaternion double-cover handling, temperature-scaled shaping, and multiplicative task reward.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Evaluation Plan - Staged Ablation Ladder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3385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840480"/>
                <a:gridCol w="3108960"/>
                <a:gridCol w="3200400"/>
              </a:tblGrid>
              <a:tr h="32918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Rung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Isolates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Primary metric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Eureka/DrEureka reproduction, static DR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Baseline control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Task fitness F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+ Adaptive DR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Adaptive DR alone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Transfer to held-out config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+ PINN diagnosis &amp; routing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Physics diagnosis, marginal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AUC + placebo delta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 (optional)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+ Learned failure summarizer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Learned vs hand-crafted reflection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2x2 placebo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200400"/>
            <a:ext cx="11338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One component changes per rung. Everything not under test - prompting, population size, PPO hyperparameters, fitness - is held identical.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Transfer evidence differs by platform and must not be conflated: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LEAP Hand - zero-shot on the PHYSICAL robot (DrEureka protocol).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Shadow Hand - held-out perturbed sim config, never seen in training or DR. This is sim-to-OOD-sim, and will be labelled as such.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No results are claimed yet. Review 1 reports the validated pipeline and the measured cost model; rung numbers follow.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Risk Analysis &amp;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3385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914400"/>
                <a:gridCol w="914400"/>
                <a:gridCol w="640080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Prob.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Mitigation / current status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Contact discontinuity defeats the physics residual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High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High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Contact-phase gating; injection AUC gate runs BEFORE the router is built, so it fails cheaply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Candidate pool capped at 2 vs Eureka's 16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Certain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High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MEASURED limit. Options: fewer candidates + more iterations, fewer envs/worker, sequential, or larger GPU. Stated as a deviation, not hidden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lam weights have no literature default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Certain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Med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Explicit tunable config; both source papers leave them untuned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Compounding adaptivity overfits a moving target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Med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Med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Freeze DR + PINN state before final transfer eval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Single task per platform (Isaac Lab has ~4-5 hand tasks)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Certain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Med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Stated as a limitation; breadth is future work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Evaluation Rubric - CO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80160"/>
          <a:ext cx="113385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120640"/>
                <a:gridCol w="1097280"/>
                <a:gridCol w="109728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No.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Marks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CO1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CO2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CO3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CO4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Project title &amp; technical relevance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Abstract &amp; problem definition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Objectives &amp; expected outcome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Scope &amp; feasibility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Preliminary work plan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Y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Key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Y. J. Ma et al., "Eureka: Human-Level Reward Design via Coding Large Language Models," ICLR 2024.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Y. J. Ma et al., "DrEureka: Language Model Guided Sim-To-Real Transfer," RSS 2024.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J. Schulman et al., "Proximal Policy Optimization Algorithms," arXiv:1707.06347, 2017.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M. Raissi, P. Perdikaris, G. E. Karniadakis, "Physics-Informed Neural Networks," J. Comput. Phys., vol. 378, 2019.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I. Akkaya et al., "Solving Rubik's Cube with a Robot Hand," arXiv:1910.07113, 2019.  (Automatic Domain Randomization)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W. Li et al., "PIN-WM: Physics-Informed World Models for Non-Prehensile Manipulation," 2025.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R. Fareh et al., "Physics-informed reward shaped RL control of a robot manipulator," Ain Shams Eng. J., 2025.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K. Shaw, A. Agarwal, D. Pathak, "LEAP Hand: Low-Cost, Efficient, Anthropomorphic Hand for Robot Learning," RSS 2023.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NVIDIA, Isaac Lab 2.3.0 / Isaac Sim 5.1.0 documentation, 2026.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Y. Chen et al., "Bi-DexHands: Bimanual Dexterous Manipulation with RL," IEEE TPAMI, 2023.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Thank You  -  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39" y="3566160"/>
            <a:ext cx="4663440" cy="173736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github.com/eureka-research/Eureka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github.com/eureka-research/DrEureka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github.com/NVlabs/IsaacLabEureka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github.com/isaac-sim/IsaacLab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github.com/leap-hand/LEAP_Hand_Isaac_Lab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