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2011680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Physics-Informed Reward &amp; Dynamics Learning
for Dexterous Manipulation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F28C28"/>
                </a:solidFill>
              </a:rPr>
              <a:t>Eureka  •  DrEureka (RAPP)  •  PINN  •  HER + SAC  on  NVIDIA Isaac Gym</a:t>
            </a:r>
          </a:p>
          <a:p>
            <a:pPr>
              <a:spcBef>
                <a:spcPts val="2600"/>
              </a:spcBef>
            </a:pPr>
            <a:r>
              <a:rPr sz="1300">
                <a:solidFill>
                  <a:srgbClr val="EEF2F5"/>
                </a:solidFill>
              </a:rPr>
              <a:t>Final Year Project  |  Review 1  |  Team: [Name1 / Roll], [Name2], [Name3]  |  Guide: [Name]  | 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Abstract &amp;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Reward-engineering bottleneck: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    - Hand-crafted rewards per task; do not port across morphologies (suite: 10 robots, 29 tasks)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Sim-to-real gap: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    - Contact-rich tasks fail on friction / mass / latency mismatch at deployment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Sparse multi-goal rewards -&gt; sample-inefficient RL; naive DR ranges -&gt; untrainable policies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Physics-agnostic dynamics models waste data; physics must enter as inductive bias (PINN)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Thesis: couple LLM reward synthesis (Eureka) + reward-aware DR (DrEureka/RAPP) with a LuGre-consistent PINN friction model for data-efficient, transferable dexterous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280160"/>
            <a:ext cx="4937760" cy="29260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TARGET TASKS &amp; BENCHMARKS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-------------------------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Bench : Isaac Gym (NeurIPS'21) + Dexterity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Task1 : ShadowHand pen-spin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Task2 : ShadowHand cube (Rubik) rotation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Task3 : Allegro grasp-and-throw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Task4 : Bimanual hand-over (ARCTIC setup)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Metric: success %, sim-real gap,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Objectives &amp;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O1 - LLM reward synthesis (Eureka): GPT-4/CodeLlama reward-code + evolutionary search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O2 - Physics-consistent DR (DrEureka/RAPP): feasible friction/mass/motor/latency ranges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O3 - PINN friction &amp; contact model: LuGre-consistent loss on human-hand trajectories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O4 - Sparse-reward RL core: HER + SAC, ablate DHER / MOEHER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28016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Reward vs human experts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&gt;= 83% tasks matched/beaten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Sim-to-real gap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&lt; 8% (DrEureka: 12%)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force pred. error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&lt; 5%; data use -50..70%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Grasping success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&gt;= 90%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Train budget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&lt;= 60 GPU-hrs / task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Scope &amp;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 scope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OUT of scope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Simulation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Isaac Gym, MuJoCo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Gazebo, Webots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Robots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ShadowHand, Allegro, Panda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Quadrupeds, UAVs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Tasks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Manipulation, grasping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Locomotion, SLAM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focus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Friction, contact dynamics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Vision, perception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LLM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GPT-4 API, CodeLlama-34B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 fine-tunes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280160"/>
            <a:ext cx="4572000" cy="219456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COMPUTE BUDGET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--------------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Eureka/DrEureka : 4x A100-40GB, ~2-3 wk / task family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PINN            : 1x RTX 3090/4090, 3-5 days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RL (HER+SAC)    : Isaac Gym, 4096 parallel envs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Fallback        : cloud credits; CodeLlama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657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Feasible: all code open-source (eureka-research/eureka, /dreureka); datasets public; sim-first, real robot only wk 10+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Preliminary Work Plan (16 Weeks)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402336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Weeks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Success criterion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Setup &amp; literature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1-2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Isaac Gym + repos integrated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Envs render, baselines run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Baseline RL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3-4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HER+SAC pick-and-place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&gt;= 60% success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Eureka integration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5-7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LLM reward pipeline (GPT-4)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+15% over baseline, 3 tasks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DrEureka + RAPP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8-10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 configs; sim-real ShadowHand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Zero-shot on 2 tasks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friction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11-13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LuGre-PINN on ARCTIC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&lt; 5% test error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Integration/ablation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14-15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Full pipeline, 10-task eval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&gt;= 85% avg success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Report &amp; demo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Thesis, video, defense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84632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1206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Ownership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M1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Eureka/DrEureka pipeline, LLM, RAPP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M2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PINN: friction model, data, physics loss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M3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 setup, benchmarks, sim-to-real deploy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43000"/>
            <a:ext cx="4023360" cy="640080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Task spec (NL) + physics params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53328" y="1801368"/>
            <a:ext cx="320040" cy="237744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039112"/>
            <a:ext cx="4023360" cy="6400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EUREKA: LLM reward synthesis + evolutionary search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53328" y="2697480"/>
            <a:ext cx="320040" cy="237744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2935224"/>
            <a:ext cx="4023360" cy="640080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RL core: SAC + HER in Isaac Gym (4096 envs)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53328" y="3593591"/>
            <a:ext cx="320040" cy="237744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3831336"/>
            <a:ext cx="4023360" cy="6400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DrEUREKA / RAPP: reward-aware DR ranges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53328" y="4489704"/>
            <a:ext cx="320040" cy="237744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4727448"/>
            <a:ext cx="4023360" cy="640080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PINN: LuGre-consistent friction &amp; contact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53328" y="5385816"/>
            <a:ext cx="320040" cy="237744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5623560"/>
            <a:ext cx="4023360" cy="64008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Sim-to-Real: ShadowHand / Allegro zero-shot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234440"/>
            <a:ext cx="2743200" cy="6400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GPT-4 / CodeLlama-34B
reward code + feedback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46120" y="1325880"/>
            <a:ext cx="457200" cy="256032"/>
          </a:xfrm>
          <a:prstGeom prst="right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818888"/>
            <a:ext cx="2743200" cy="6400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ARCTIC 2.1M frames
DexterCap / DexGraspNet traj.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46120" y="4910328"/>
            <a:ext cx="457200" cy="256032"/>
          </a:xfrm>
          <a:prstGeom prst="right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Algorithm 1 - Eureka Reward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583680" cy="310896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Algorithm 1: EUREKA (Ma et al., 2023)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Input: task NL T, env E, LLM M, gens G=4, pop N=8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1:  R_0 &lt;- M.sample_code(T, N)            # zero-shot reward programs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2:  for g in 0..G-1: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3:    for r in R_g:  pi_r &lt;- PPO_train(E, r)     # Isaac Gym, GPU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4:    s(r) &lt;- EVAL(pi_r, seeds=3)                # return curves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5:    R_{g+1} &lt;- M.evolve(T, top-k(R_g), s)      # in-context reflection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6:  return argmax_r s(r)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887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Proof-of-work knobs: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Population N=8, generations G=4, top-k=2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In-context feedback = training return curves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Eval: 3 seeds/task, 20 Eureka tasks benchmark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Baseline claim: beats human rewards on 83%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Algorithm 2 - DrEureka / RAPP Domain Randomization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949440" cy="329184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Algorithm 2: RAPP (DrEureka, 2024)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Input: reward r*, env E, params P = {mu, m, motor, lat}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1: for p in P:                          # reward-aware feasibility sweep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2:   for v in grid(p):  pi_v &lt;- short_train(E(p=v), r*)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3:   F_p &lt;- { v : success(pi_v) &gt;= 0.8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4:   [l_p, u_p] &lt;- bounds(F_p)          # RAPP prior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5: DR &lt;- M_llm( prompt(r*, {[l_p, u_p]}) )   # joint config selection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6: rank configs by sim success + real alignment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Default ranges: mu in [0.3, 1.2], m +-20%,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     motor in [0.8, 1.2], lat in [0, 50]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1887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Why RAPP &gt; manual DR / ADR: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Ranges conditioned on the *learned reward*, not task-agnostic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Short-horizon sweeps keep compute bounded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LLM composes joint config from per-param priors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PINN - Physics-Informed Friction &amp; Contact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949440" cy="29260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Dynamics : m*q_ddot + C(q,q_dot)*q_dot + g(q) + f_phi(q,q_dot) = tau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LuGre    : f = s0*z + s1*z_dot + s2*q_dot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z_dot = q_dot - s0*|q_dot|*z / g(q_dot)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Loss     : L = L_data + lam * L_phys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L_data   : ||q_pred - q_gt||^2        (ARCTIC / DexterCap traj.)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L_phys   : ||m*q_ddot + C*q_dot + g + f_phi - tau||^2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Net      : MLP 8x256 tanh | AdamW lr 1e-3 cosine | lam: 0.1 -&gt;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18872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Training data: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ARCTIC: 2.1M frames, 3D hand + object pose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DexterCap: Rubik's / multi-joint sequences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DexGraspNet: 1.32M ShadowHand grasps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Output use: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f_phi injected into Isaac Gym contact solver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Semantic tokens of (s0,s1,s2) fed to LLM prompts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RL Core - HER + SAC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035040" cy="20116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HER (Andrychowicz 2017):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(s,a,r,s',g) -&gt; relabel g' = goal(s'), k=8 future states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r' = -||s' - g'||_2 ;  store original + relabeled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SAC objective: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max_pi  E[ Q(s,a) ] + alpha * H(pi(.|s))   (auto-alpha)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0" y="11887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Hyperparam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Replay buffer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1e6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Batch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LR actor/critic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3e-4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Gamma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Parallel envs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4096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Horizon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500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Datasets &amp;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56032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Scale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Role in project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Isaac Gym Envs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 tasks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10 robots / 29 tasks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RL benchmark suite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ARCTIC (CVPR'23)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Bimanual mocap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2.1M frames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trajectory data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DexterCap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Dexterous + Rubik's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1.4K sequences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Cube-rotation task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DexGraspNet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Grasps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1.32M, 5355 objs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Grasp priors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HRDexDB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Human-robot paired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100 objects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Cross-embodiment eval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Expected Results &amp; Ablations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011680"/>
                <a:gridCol w="219456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HER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Eureka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DrEureka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Ours (target)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Pen-spin success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45%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78%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82%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88%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Cube rotation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38%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71%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76%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84%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Grasping success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62%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81%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85%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90%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Sim-real gap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35%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18%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12%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&lt; 8%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GPU-hrs / task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168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72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68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60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efficiency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1.0x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1.5x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1.6x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2.3x (PINN)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Ablations: reward source (human vs Eureka) | DR (manual vs ADR vs RAPP) | PINN on/off | HER vs DHER vs MOEHER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Risk Analysis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280160"/>
                <a:gridCol w="62179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Prob.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GPU shortage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Cloud credits; batch/env reduction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instability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Curriculum lambda; progressive training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Sim-real failure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ADR fallback on top of RAPP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LLM API cost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Low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Response cache; CodeLlama-34B offline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Dataset access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Low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Low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datasets public (5 sources)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Evaluation Rubric - CO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Marks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CO1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CO2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CO3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CO4</a:t>
                      </a:r>
                    </a:p>
                  </a:txBody>
                  <a:tcPr anchor="ctr" marL="76200" marR="50800" marT="38100" marB="38100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Project title &amp; technical relevance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Abstract &amp; problem definition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Objectives &amp; expected outcome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Scope &amp; feasibility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Preliminary work plan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Ma et al., Eureka: Human-Level Reward Design via Coding LLMs, 2023 (arXiv:2310.12931)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DrEureka: Language Model Guided Sim-To-Real Transfer, 2024 (arXiv:2406.01967)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Makoviychuk et al., Isaac Gym: High Performance GPU-Based Physics Simulation, NeurIPS 2021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Andrychowicz et al., Hindsight Experience Replay, NeurIPS 2017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Raissi et al., Physics-Informed Neural Networks, JCP 2019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PINN for Friction Dynamics / LuGre-PINN, 2024-25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ARCTIC: Dataset for Dexterous Bimanual Hand-Object Manipulation, CVPR 2023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DexterCap (PKU-MOCCA) &amp; DexGraspNet (Galbot)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Thank You  - 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3657600"/>
            <a:ext cx="4114800" cy="164592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github.com/eureka-research/eureka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github.com/eureka-research/dreureka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github.com/isaac-sim/IsaacGymEnvs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arctic.is.tue.mpg.de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